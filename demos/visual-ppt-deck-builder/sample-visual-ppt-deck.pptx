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749808"/>
            <a:ext cx="658368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8872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视觉素材生产线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先定主题和风格，再逐页生成素材，最后交付可编辑 PPTX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43800" y="1005840"/>
            <a:ext cx="3429000" cy="4480560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1F8A7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1481328"/>
            <a:ext cx="2423160" cy="2423160"/>
          </a:xfrm>
          <a:prstGeom prst="arc">
            <a:avLst/>
          </a:prstGeom>
          <a:noFill/>
          <a:ln w="12700">
            <a:solidFill>
              <a:srgbClr val="1F8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9560" y="44074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PPT workflow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透明素材是页面里的视觉组件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4173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角色、图标、图表装饰和产品插画可以独立生成，再叠加到不同页面。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2651760"/>
            <a:ext cx="452628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纯色底生图</a:t>
            </a:r>
            <a:endParaRPr lang="en-US" sz="1350" dirty="0"/>
          </a:p>
          <a:p>
            <a:r>
              <a:rPr lang="en-US" sz="13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透明背景清理</a:t>
            </a:r>
            <a:endParaRPr lang="en-US" sz="1350" dirty="0"/>
          </a:p>
          <a:p>
            <a:r>
              <a:rPr lang="en-US" sz="13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 分层组合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80760" y="1170432"/>
            <a:ext cx="4983480" cy="4709160"/>
          </a:xfrm>
          <a:prstGeom prst="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D8DEE9">
                <a:alpha val="80000"/>
              </a:srgbClr>
            </a:solidFill>
            <a:prstDash val="solid"/>
          </a:ln>
        </p:spPr>
      </p:sp>
      <p:pic>
        <p:nvPicPr>
          <p:cNvPr id="8" name="Image 0" descr="/Users/dw/Desktop/codex-visual-asset-skills/demos/transparent-assets/polished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63040"/>
            <a:ext cx="4343400" cy="406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同一批素材可以跨场景复用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3258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示例数据仅用于演示，真实 deck 必须先确认数据口径和来源。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5532120"/>
            <a:ext cx="10012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063240"/>
            <a:ext cx="2311146" cy="246888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70632"/>
            <a:ext cx="23111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5696712"/>
            <a:ext cx="23111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网站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7298" y="2514600"/>
            <a:ext cx="2311146" cy="3017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7298" y="2221992"/>
            <a:ext cx="23111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7298" y="5696712"/>
            <a:ext cx="23111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94476" y="3371850"/>
            <a:ext cx="2311146" cy="216027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4476" y="3079242"/>
            <a:ext cx="23111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4476" y="5696712"/>
            <a:ext cx="23111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61654" y="3680460"/>
            <a:ext cx="2311146" cy="18516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61654" y="3387852"/>
            <a:ext cx="23111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61654" y="5696712"/>
            <a:ext cx="23111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社媒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推荐生产节奏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24128" y="3429000"/>
            <a:ext cx="9829800" cy="0"/>
          </a:xfrm>
          <a:prstGeom prst="line">
            <a:avLst/>
          </a:prstGeom>
          <a:noFill/>
          <a:ln w="12700">
            <a:solidFill>
              <a:srgbClr val="1F8A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3273552"/>
            <a:ext cx="292608" cy="292608"/>
          </a:xfrm>
          <a:prstGeom prst="ellipse">
            <a:avLst/>
          </a:prstGeom>
          <a:solidFill>
            <a:srgbClr val="1F8A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主题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确认目标和受众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98976" y="3273552"/>
            <a:ext cx="292608" cy="29260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376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22320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套图像候选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84136" y="3273552"/>
            <a:ext cx="292608" cy="292608"/>
          </a:xfrm>
          <a:prstGeom prst="ellipse">
            <a:avLst/>
          </a:prstGeom>
          <a:solidFill>
            <a:srgbClr val="1F8A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9892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逐页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07480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文案、素材、排版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369296" y="3273552"/>
            <a:ext cx="292608" cy="29260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交付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92640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 验收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43000"/>
            <a:ext cx="10241280" cy="43891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1F8A7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最终交付不是图片集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78992" y="29718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最终交付应是可编辑 PPTX，并保留素材、spec 和关键源图。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视觉素材生产线</dc:title>
  <dc:subject>从透明素材到可编辑 PPTX</dc:subject>
  <dc:creator>Codex</dc:creator>
  <cp:lastModifiedBy>Codex</cp:lastModifiedBy>
  <cp:revision>1</cp:revision>
  <dcterms:created xsi:type="dcterms:W3CDTF">2026-05-06T13:59:42Z</dcterms:created>
  <dcterms:modified xsi:type="dcterms:W3CDTF">2026-05-06T13:59:42Z</dcterms:modified>
</cp:coreProperties>
</file>