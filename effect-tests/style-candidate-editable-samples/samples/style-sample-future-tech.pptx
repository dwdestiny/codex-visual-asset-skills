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7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7498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2029968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0097A7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267004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0120" y="349300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345643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960120" y="3749040"/>
            <a:ext cx="82296" cy="82296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7124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960120" y="4005072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96849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713232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0097A7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77824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95728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00D4D8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0320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2560320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78224" y="43159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0097A7">
                <a:alpha val="9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44805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4242816" y="4828032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20840" y="1051560"/>
            <a:ext cx="4389120" cy="4251960"/>
          </a:xfrm>
          <a:prstGeom prst="roundRect">
            <a:avLst>
              <a:gd name="adj" fmla="val 1720"/>
            </a:avLst>
          </a:prstGeom>
          <a:solidFill>
            <a:srgbClr val="071B34">
              <a:alpha val="92000"/>
            </a:srgbClr>
          </a:solidFill>
          <a:ln w="12700">
            <a:solidFill>
              <a:srgbClr val="00D4D8">
                <a:alpha val="6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0336" y="3055193"/>
            <a:ext cx="628650" cy="821863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8090154" y="2624694"/>
            <a:ext cx="628650" cy="1252362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53578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8919972" y="2350740"/>
            <a:ext cx="628650" cy="152631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83396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9749790" y="2096353"/>
            <a:ext cx="628650" cy="1780703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13214" y="4005072"/>
            <a:ext cx="701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7059168" y="4681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样张中的文字、数字和图表标签均为 PPT 可编辑对象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未来科技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2026-05-07T03:03:00Z</dcterms:created>
  <dcterms:modified xsi:type="dcterms:W3CDTF">2026-05-07T03:03:00Z</dcterms:modified>
</cp:coreProperties>
</file>