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playful-an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749808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536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培训课程样张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85800" y="2029968"/>
            <a:ext cx="50749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学习目标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32688" y="267004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用轻量案例解释 AI 应用趋势，让非技术团队也能判断哪些场景值得优先试点。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60120" y="349300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345643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看懂趋势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960120" y="3749040"/>
            <a:ext cx="82296" cy="82296"/>
          </a:xfrm>
          <a:prstGeom prst="ellipse">
            <a:avLst/>
          </a:prstGeom>
          <a:solidFill>
            <a:srgbClr val="FF7AA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5568" y="371246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识别场景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960120" y="400507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5568" y="396849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设计试点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59E0B">
                <a:alpha val="90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877824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395728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7AA2">
                <a:alpha val="90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60320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7AA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2560320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78224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59E0B">
                <a:alpha val="90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42816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4242816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720840" y="1051560"/>
            <a:ext cx="43891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FF7AA2">
                <a:alpha val="66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260336" y="3055193"/>
            <a:ext cx="628650" cy="821863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223760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认知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8090154" y="2624694"/>
            <a:ext cx="628650" cy="1252362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53578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8919972" y="2350740"/>
            <a:ext cx="628650" cy="15263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83396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练习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9749790" y="2096353"/>
            <a:ext cx="628650" cy="1780703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713214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7059168" y="468172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样张中的文字、数字和图表标签均为 PPT 可编辑对象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活泼动漫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活泼动漫</dc:title>
  <dc:subject>Editable style candidate sample</dc:subject>
  <dc:creator>Codex</dc:creator>
  <cp:lastModifiedBy>Codex</cp:lastModifiedBy>
  <cp:revision>1</cp:revision>
  <dcterms:created xsi:type="dcterms:W3CDTF">2026-05-07T03:02:59Z</dcterms:created>
  <dcterms:modified xsi:type="dcterms:W3CDTF">2026-05-07T03:02:59Z</dcterms:modified>
</cp:coreProperties>
</file>