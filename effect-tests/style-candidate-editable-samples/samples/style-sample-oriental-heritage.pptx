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 w="12700">
            <a:solidFill>
              <a:srgbClr val="FAF8F2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oriental-heri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749808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94944" y="15361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品牌战略解读样张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85800" y="2029968"/>
            <a:ext cx="50749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B91C1C">
                <a:alpha val="7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32688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趋势脉络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32688" y="267004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新技术落地不是一阵风，而是从器、术、法到组织文化的一次长期演进。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60120" y="3493008"/>
            <a:ext cx="82296" cy="8229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345643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以器入局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960120" y="3749040"/>
            <a:ext cx="82296" cy="82296"/>
          </a:xfrm>
          <a:prstGeom prst="ellipse">
            <a:avLst/>
          </a:prstGeom>
          <a:solidFill>
            <a:srgbClr val="17171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5568" y="3712464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以术成事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960120" y="4005072"/>
            <a:ext cx="82296" cy="8229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5568" y="396849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以法固化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B91C1C">
                <a:alpha val="90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877824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395728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171717">
                <a:alpha val="90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60320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2560320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078224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B91C1C">
                <a:alpha val="90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42816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4242816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720840" y="1051560"/>
            <a:ext cx="438912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171717">
                <a:alpha val="66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9168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260336" y="3055193"/>
            <a:ext cx="628650" cy="821863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223760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起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8090154" y="2624694"/>
            <a:ext cx="628650" cy="125236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53578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承</a:t>
            </a:r>
            <a:endParaRPr lang="en-US" sz="680" dirty="0"/>
          </a:p>
        </p:txBody>
      </p:sp>
      <p:sp>
        <p:nvSpPr>
          <p:cNvPr id="31" name="Shape 28"/>
          <p:cNvSpPr/>
          <p:nvPr/>
        </p:nvSpPr>
        <p:spPr>
          <a:xfrm>
            <a:off x="8919972" y="2350740"/>
            <a:ext cx="628650" cy="152631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83396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9749790" y="2096353"/>
            <a:ext cx="628650" cy="1780703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713214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</a:t>
            </a:r>
            <a:endParaRPr lang="en-US" sz="680" dirty="0"/>
          </a:p>
        </p:txBody>
      </p:sp>
      <p:sp>
        <p:nvSpPr>
          <p:cNvPr id="35" name="Text 32"/>
          <p:cNvSpPr/>
          <p:nvPr/>
        </p:nvSpPr>
        <p:spPr>
          <a:xfrm>
            <a:off x="7059168" y="468172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样张中的文字、数字和图表标签均为 PPT 可编辑对象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国潮东方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国潮东方</dc:title>
  <dc:subject>Editable style candidate sample</dc:subject>
  <dc:creator>Codex</dc:creator>
  <cp:lastModifiedBy>Codex</cp:lastModifiedBy>
  <cp:revision>1</cp:revision>
  <dcterms:created xsi:type="dcterms:W3CDTF">2026-05-07T03:02:59Z</dcterms:created>
  <dcterms:modified xsi:type="dcterms:W3CDTF">2026-05-07T03:02:59Z</dcterms:modified>
</cp:coreProperties>
</file>