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395728" y="1463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07792" y="1938528"/>
            <a:ext cx="512064" cy="0"/>
          </a:xfrm>
          <a:prstGeom prst="line">
            <a:avLst/>
          </a:prstGeom>
          <a:noFill/>
          <a:ln w="254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7792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07792" y="262432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2926080" y="343814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0672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926080" y="3730752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3675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2926080" y="4023360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0672" y="3968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139696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39696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139696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822192" y="4681728"/>
            <a:ext cx="530352" cy="0"/>
          </a:xfrm>
          <a:prstGeom prst="line">
            <a:avLst/>
          </a:prstGeom>
          <a:noFill/>
          <a:ln w="25400">
            <a:solidFill>
              <a:srgbClr val="171717">
                <a:alpha val="7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22192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504688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04688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504688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90372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03720" y="1719072"/>
            <a:ext cx="3730752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3056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31736" y="3283428"/>
            <a:ext cx="681228" cy="8679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914132" y="2828788"/>
            <a:ext cx="681228" cy="13225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7755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796528" y="2539472"/>
            <a:ext cx="681228" cy="16119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5995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678924" y="2270821"/>
            <a:ext cx="681228" cy="1880555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4234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903720" y="5157216"/>
            <a:ext cx="475488" cy="0"/>
          </a:xfrm>
          <a:prstGeom prst="line">
            <a:avLst/>
          </a:prstGeom>
          <a:noFill/>
          <a:ln w="1905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2551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国潮东方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2026-05-07T05:22:13Z</dcterms:created>
  <dcterms:modified xsi:type="dcterms:W3CDTF">2026-05-07T05:22:13Z</dcterms:modified>
</cp:coreProperties>
</file>