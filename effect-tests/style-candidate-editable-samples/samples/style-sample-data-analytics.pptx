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B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B1D"/>
          </a:solidFill>
          <a:ln w="12700">
            <a:solidFill>
              <a:srgbClr val="020B1D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asset-skills/effect-tests/style-candidate-editable-samples/assets/background-data-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42062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6C7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58368" y="69494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94944" y="14630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C7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行业研究报告样张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49808" y="1938528"/>
            <a:ext cx="4251960" cy="0"/>
          </a:xfrm>
          <a:prstGeom prst="line">
            <a:avLst/>
          </a:prstGeom>
          <a:noFill/>
          <a:ln w="15240">
            <a:solidFill>
              <a:srgbClr val="6C72FF">
                <a:alpha val="65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2121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关键指标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49808" y="2624328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企业采用 AI 的竞争点，正从模型能力转向数据资产、流程嵌入和投入产出监控。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768096" y="3438144"/>
            <a:ext cx="73152" cy="73152"/>
          </a:xfrm>
          <a:prstGeom prst="ellipse">
            <a:avLst/>
          </a:prstGeom>
          <a:solidFill>
            <a:srgbClr val="6C72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32688" y="338328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试点数量增长</a:t>
            </a:r>
            <a:endParaRPr lang="en-US" sz="830" dirty="0"/>
          </a:p>
        </p:txBody>
      </p:sp>
      <p:sp>
        <p:nvSpPr>
          <p:cNvPr id="12" name="Shape 9"/>
          <p:cNvSpPr/>
          <p:nvPr/>
        </p:nvSpPr>
        <p:spPr>
          <a:xfrm>
            <a:off x="768096" y="3730752"/>
            <a:ext cx="73152" cy="73152"/>
          </a:xfrm>
          <a:prstGeom prst="ellipse">
            <a:avLst/>
          </a:prstGeom>
          <a:solidFill>
            <a:srgbClr val="12C7D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367588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复用组件增加</a:t>
            </a:r>
            <a:endParaRPr lang="en-US" sz="830" dirty="0"/>
          </a:p>
        </p:txBody>
      </p:sp>
      <p:sp>
        <p:nvSpPr>
          <p:cNvPr id="14" name="Shape 11"/>
          <p:cNvSpPr/>
          <p:nvPr/>
        </p:nvSpPr>
        <p:spPr>
          <a:xfrm>
            <a:off x="768096" y="4023360"/>
            <a:ext cx="73152" cy="73152"/>
          </a:xfrm>
          <a:prstGeom prst="ellipse">
            <a:avLst/>
          </a:prstGeom>
          <a:solidFill>
            <a:srgbClr val="6C72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2688" y="396849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ROI 口径更严格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713232" y="4736592"/>
            <a:ext cx="530352" cy="0"/>
          </a:xfrm>
          <a:prstGeom prst="line">
            <a:avLst/>
          </a:prstGeom>
          <a:noFill/>
          <a:ln w="25400">
            <a:solidFill>
              <a:srgbClr val="6C72FF">
                <a:alpha val="78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486460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C7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73%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713232" y="5230368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企业已进入试点</a:t>
            </a:r>
            <a:endParaRPr lang="en-US" sz="780" dirty="0"/>
          </a:p>
        </p:txBody>
      </p:sp>
      <p:sp>
        <p:nvSpPr>
          <p:cNvPr id="19" name="Shape 16"/>
          <p:cNvSpPr/>
          <p:nvPr/>
        </p:nvSpPr>
        <p:spPr>
          <a:xfrm>
            <a:off x="2395728" y="4736592"/>
            <a:ext cx="530352" cy="0"/>
          </a:xfrm>
          <a:prstGeom prst="line">
            <a:avLst/>
          </a:prstGeom>
          <a:noFill/>
          <a:ln w="25400">
            <a:solidFill>
              <a:srgbClr val="12C7D6">
                <a:alpha val="78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395728" y="486460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2C7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3x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2395728" y="5230368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高频任务提效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4078224" y="4736592"/>
            <a:ext cx="530352" cy="0"/>
          </a:xfrm>
          <a:prstGeom prst="line">
            <a:avLst/>
          </a:prstGeom>
          <a:noFill/>
          <a:ln w="25400">
            <a:solidFill>
              <a:srgbClr val="6C72FF">
                <a:alpha val="78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078224" y="486460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C7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4078224" y="5230368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规模化落地窗口</a:t>
            </a:r>
            <a:endParaRPr lang="en-US" sz="780" dirty="0"/>
          </a:p>
        </p:txBody>
      </p:sp>
      <p:sp>
        <p:nvSpPr>
          <p:cNvPr id="25" name="Text 22"/>
          <p:cNvSpPr/>
          <p:nvPr/>
        </p:nvSpPr>
        <p:spPr>
          <a:xfrm>
            <a:off x="6720840" y="13350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720840" y="1719072"/>
            <a:ext cx="3730752" cy="0"/>
          </a:xfrm>
          <a:prstGeom prst="line">
            <a:avLst/>
          </a:prstGeom>
          <a:noFill/>
          <a:ln w="15240">
            <a:solidFill>
              <a:srgbClr val="6C72FF">
                <a:alpha val="6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47688" y="4151376"/>
            <a:ext cx="3730752" cy="0"/>
          </a:xfrm>
          <a:prstGeom prst="line">
            <a:avLst/>
          </a:prstGeom>
          <a:noFill/>
          <a:ln w="12700">
            <a:solidFill>
              <a:srgbClr val="2E6F9E">
                <a:alpha val="70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48856" y="3283428"/>
            <a:ext cx="681228" cy="867948"/>
          </a:xfrm>
          <a:prstGeom prst="rect">
            <a:avLst/>
          </a:prstGeom>
          <a:solidFill>
            <a:srgbClr val="6C72FF"/>
          </a:solidFill>
          <a:ln w="12700">
            <a:solidFill>
              <a:srgbClr val="6C72FF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12280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采纳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7731252" y="2828788"/>
            <a:ext cx="681228" cy="1322588"/>
          </a:xfrm>
          <a:prstGeom prst="rect">
            <a:avLst/>
          </a:prstGeom>
          <a:solidFill>
            <a:srgbClr val="12C7D6"/>
          </a:solidFill>
          <a:ln w="12700">
            <a:solidFill>
              <a:srgbClr val="12C7D6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694676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复用</a:t>
            </a:r>
            <a:endParaRPr lang="en-US" sz="680" dirty="0"/>
          </a:p>
        </p:txBody>
      </p:sp>
      <p:sp>
        <p:nvSpPr>
          <p:cNvPr id="32" name="Shape 29"/>
          <p:cNvSpPr/>
          <p:nvPr/>
        </p:nvSpPr>
        <p:spPr>
          <a:xfrm>
            <a:off x="8613648" y="2539472"/>
            <a:ext cx="681228" cy="1611904"/>
          </a:xfrm>
          <a:prstGeom prst="rect">
            <a:avLst/>
          </a:prstGeom>
          <a:solidFill>
            <a:srgbClr val="6C72FF"/>
          </a:solidFill>
          <a:ln w="12700">
            <a:solidFill>
              <a:srgbClr val="6C72FF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577072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成本</a:t>
            </a:r>
            <a:endParaRPr lang="en-US" sz="680" dirty="0"/>
          </a:p>
        </p:txBody>
      </p:sp>
      <p:sp>
        <p:nvSpPr>
          <p:cNvPr id="34" name="Shape 31"/>
          <p:cNvSpPr/>
          <p:nvPr/>
        </p:nvSpPr>
        <p:spPr>
          <a:xfrm>
            <a:off x="9496044" y="2270821"/>
            <a:ext cx="681228" cy="1880555"/>
          </a:xfrm>
          <a:prstGeom prst="rect">
            <a:avLst/>
          </a:prstGeom>
          <a:solidFill>
            <a:srgbClr val="12C7D6"/>
          </a:solidFill>
          <a:ln w="12700">
            <a:solidFill>
              <a:srgbClr val="12C7D6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459468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收益</a:t>
            </a:r>
            <a:endParaRPr lang="en-US" sz="680" dirty="0"/>
          </a:p>
        </p:txBody>
      </p:sp>
      <p:sp>
        <p:nvSpPr>
          <p:cNvPr id="36" name="Shape 33"/>
          <p:cNvSpPr/>
          <p:nvPr/>
        </p:nvSpPr>
        <p:spPr>
          <a:xfrm>
            <a:off x="6720840" y="5157216"/>
            <a:ext cx="475488" cy="0"/>
          </a:xfrm>
          <a:prstGeom prst="line">
            <a:avLst/>
          </a:prstGeom>
          <a:noFill/>
          <a:ln w="19050">
            <a:solidFill>
              <a:srgbClr val="6C72FF">
                <a:alpha val="9000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42632" y="5065776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38" name="Text 35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6C7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数据分析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数据分析</dc:title>
  <dc:subject>Editable style candidate sample</dc:subject>
  <dc:creator>Codex</dc:creator>
  <cp:lastModifiedBy>Codex</cp:lastModifiedBy>
  <cp:revision>1</cp:revision>
  <dcterms:created xsi:type="dcterms:W3CDTF">2026-05-07T05:22:13Z</dcterms:created>
  <dcterms:modified xsi:type="dcterms:W3CDTF">2026-05-07T05:22:13Z</dcterms:modified>
</cp:coreProperties>
</file>