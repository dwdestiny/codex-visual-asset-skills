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/>
          </a:solidFill>
          <a:ln w="12700">
            <a:solidFill>
              <a:srgbClr val="020B1D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data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7498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2029968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6C72FF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267004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企业采用 AI 的竞争点，正从模型能力转向数据资产、流程嵌入和投入产出监控。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60120" y="3493008"/>
            <a:ext cx="82296" cy="82296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34564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试点数量增长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960120" y="3749040"/>
            <a:ext cx="82296" cy="82296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7124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复用组件增加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960120" y="4005072"/>
            <a:ext cx="82296" cy="82296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96849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口径更严格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713232" y="43159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6C72FF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4805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77824" y="48280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95728" y="43159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12C7D6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0" y="44805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2560320" y="48280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78224" y="43159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6C72FF">
                <a:alpha val="9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44805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242816" y="48280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20840" y="1051560"/>
            <a:ext cx="4389120" cy="4251960"/>
          </a:xfrm>
          <a:prstGeom prst="roundRect">
            <a:avLst>
              <a:gd name="adj" fmla="val 1720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12C7D6">
                <a:alpha val="6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9168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60336" y="3055193"/>
            <a:ext cx="628650" cy="821863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23760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8090154" y="2624694"/>
            <a:ext cx="628650" cy="1252362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53578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8919972" y="2350740"/>
            <a:ext cx="628650" cy="1526316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83396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9749790" y="2096353"/>
            <a:ext cx="628650" cy="1780703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13214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7059168" y="4681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样张中的文字、数字和图表标签均为 PPT 可编辑对象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数据分析</dc:title>
  <dc:subject>Editable style candidate sample</dc:subject>
  <dc:creator>Codex</dc:creator>
  <cp:lastModifiedBy>Codex</cp:lastModifiedBy>
  <cp:revision>1</cp:revision>
  <dcterms:created xsi:type="dcterms:W3CDTF">2026-05-07T03:02:59Z</dcterms:created>
  <dcterms:modified xsi:type="dcterms:W3CDTF">2026-05-07T03:02:59Z</dcterms:modified>
</cp:coreProperties>
</file>