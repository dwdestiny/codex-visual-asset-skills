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minimal-prem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749808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5361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董事会简报样张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85800" y="2029968"/>
            <a:ext cx="50749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050505">
                <a:alpha val="7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32688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核心结论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32688" y="267004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应用正在从工具采购转向流程重构，真正的价值来自业务场景、数据闭环和组织协同。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60120" y="3493008"/>
            <a:ext cx="82296" cy="8229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345643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从单点工具进入流程级改造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960120" y="3749040"/>
            <a:ext cx="82296" cy="82296"/>
          </a:xfrm>
          <a:prstGeom prst="ellipse">
            <a:avLst/>
          </a:prstGeom>
          <a:solidFill>
            <a:srgbClr val="4A4A4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5568" y="3712464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高频知识工作先出现回报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960120" y="4005072"/>
            <a:ext cx="82296" cy="8229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5568" y="396849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治理和复用能力决定放大速度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50505">
                <a:alpha val="90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877824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395728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4A4A4A">
                <a:alpha val="90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60320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A4A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2560320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078224" y="4315968"/>
            <a:ext cx="14173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50505">
                <a:alpha val="90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42816" y="4480560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4242816" y="4828032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720840" y="1051560"/>
            <a:ext cx="438912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4A4A4A">
                <a:alpha val="66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9168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260336" y="3055193"/>
            <a:ext cx="628650" cy="821863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223760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8090154" y="2624694"/>
            <a:ext cx="628650" cy="1252362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53578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</a:t>
            </a:r>
            <a:endParaRPr lang="en-US" sz="680" dirty="0"/>
          </a:p>
        </p:txBody>
      </p:sp>
      <p:sp>
        <p:nvSpPr>
          <p:cNvPr id="31" name="Shape 28"/>
          <p:cNvSpPr/>
          <p:nvPr/>
        </p:nvSpPr>
        <p:spPr>
          <a:xfrm>
            <a:off x="8919972" y="2350740"/>
            <a:ext cx="628650" cy="1526316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83396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9749790" y="2096353"/>
            <a:ext cx="628650" cy="1780703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713214" y="4005072"/>
            <a:ext cx="7018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</a:t>
            </a:r>
            <a:endParaRPr lang="en-US" sz="680" dirty="0"/>
          </a:p>
        </p:txBody>
      </p:sp>
      <p:sp>
        <p:nvSpPr>
          <p:cNvPr id="35" name="Text 32"/>
          <p:cNvSpPr/>
          <p:nvPr/>
        </p:nvSpPr>
        <p:spPr>
          <a:xfrm>
            <a:off x="7059168" y="468172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样张中的文字、数字和图表标签均为 PPT 可编辑对象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简约高级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简约高级</dc:title>
  <dc:subject>Editable style candidate sample</dc:subject>
  <dc:creator>Codex</dc:creator>
  <cp:lastModifiedBy>Codex</cp:lastModifiedBy>
  <cp:revision>1</cp:revision>
  <dcterms:created xsi:type="dcterms:W3CDTF">2026-05-07T03:02:58Z</dcterms:created>
  <dcterms:modified xsi:type="dcterms:W3CDTF">2026-05-07T03:02:58Z</dcterms:modified>
</cp:coreProperties>
</file>