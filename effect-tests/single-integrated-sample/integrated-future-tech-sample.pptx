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asset-skills/effect-tests/style-candidate-editable-samples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029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2D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658368" y="8961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85800" y="16642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D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9808" y="2029968"/>
            <a:ext cx="4325112" cy="0"/>
          </a:xfrm>
          <a:prstGeom prst="line">
            <a:avLst/>
          </a:prstGeom>
          <a:noFill/>
          <a:ln w="13970">
            <a:solidFill>
              <a:srgbClr val="0FA7B5">
                <a:alpha val="8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49808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944368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BBD6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应用正在从单点工具，进入多模态输入、自动执行、可信审计和业务闭环共同驱动的新阶段。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758952" y="3785616"/>
            <a:ext cx="64008" cy="64008"/>
          </a:xfrm>
          <a:prstGeom prst="ellipse">
            <a:avLst/>
          </a:prstGeom>
          <a:solidFill>
            <a:srgbClr val="14DC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730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58952" y="4096512"/>
            <a:ext cx="64008" cy="64008"/>
          </a:xfrm>
          <a:prstGeom prst="ellipse">
            <a:avLst/>
          </a:prstGeom>
          <a:solidFill>
            <a:srgbClr val="50E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041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758952" y="4407408"/>
            <a:ext cx="64008" cy="64008"/>
          </a:xfrm>
          <a:prstGeom prst="ellipse">
            <a:avLst/>
          </a:prstGeom>
          <a:solidFill>
            <a:srgbClr val="0D9B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43525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49808" y="5230368"/>
            <a:ext cx="530352" cy="0"/>
          </a:xfrm>
          <a:prstGeom prst="line">
            <a:avLst/>
          </a:prstGeom>
          <a:noFill/>
          <a:ln w="26670">
            <a:solidFill>
              <a:srgbClr val="12DDE8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749808" y="546811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D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49808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450592" y="5230368"/>
            <a:ext cx="530352" cy="0"/>
          </a:xfrm>
          <a:prstGeom prst="line">
            <a:avLst/>
          </a:prstGeom>
          <a:noFill/>
          <a:ln w="26670">
            <a:solidFill>
              <a:srgbClr val="8C7CFF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2450592" y="546811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7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450592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151376" y="5230368"/>
            <a:ext cx="530352" cy="0"/>
          </a:xfrm>
          <a:prstGeom prst="line">
            <a:avLst/>
          </a:prstGeom>
          <a:noFill/>
          <a:ln w="26670">
            <a:solidFill>
              <a:srgbClr val="25F5C9">
                <a:alpha val="9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4151376" y="546811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5F5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4151376" y="5833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6419088" y="1344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趋势扩散曲线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19088" y="1755648"/>
            <a:ext cx="4169664" cy="0"/>
          </a:xfrm>
          <a:prstGeom prst="line">
            <a:avLst/>
          </a:prstGeom>
          <a:noFill/>
          <a:ln w="15240">
            <a:solidFill>
              <a:srgbClr val="12DDE8">
                <a:alpha val="7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6473952" y="4882896"/>
            <a:ext cx="530352" cy="-384048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6473952" y="5266944"/>
            <a:ext cx="530352" cy="-384048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7004304" y="4498848"/>
            <a:ext cx="493776" cy="-310896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7004304" y="4882896"/>
            <a:ext cx="493776" cy="-310896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7498080" y="4187952"/>
            <a:ext cx="512064" cy="-484632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7498080" y="4572000"/>
            <a:ext cx="512064" cy="-484632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8010144" y="3703320"/>
            <a:ext cx="530352" cy="-365760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>
            <a:off x="8010144" y="4087368"/>
            <a:ext cx="530352" cy="-365760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8540496" y="3337560"/>
            <a:ext cx="530352" cy="-539496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8540496" y="3721608"/>
            <a:ext cx="530352" cy="-539496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9070848" y="2798064"/>
            <a:ext cx="548640" cy="-457200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9070848" y="3182112"/>
            <a:ext cx="548640" cy="-457200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9619488" y="2340864"/>
            <a:ext cx="603504" cy="-347472"/>
          </a:xfrm>
          <a:prstGeom prst="line">
            <a:avLst/>
          </a:prstGeom>
          <a:noFill/>
          <a:ln w="101600">
            <a:solidFill>
              <a:srgbClr val="12DDE8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9619488" y="2724912"/>
            <a:ext cx="603504" cy="-347472"/>
          </a:xfrm>
          <a:prstGeom prst="line">
            <a:avLst/>
          </a:prstGeom>
          <a:noFill/>
          <a:ln w="63500">
            <a:solidFill>
              <a:srgbClr val="7C5CFF">
                <a:alpha val="18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6473952" y="4882896"/>
            <a:ext cx="530352" cy="-384048"/>
          </a:xfrm>
          <a:prstGeom prst="line">
            <a:avLst/>
          </a:prstGeom>
          <a:noFill/>
          <a:ln w="27940">
            <a:solidFill>
              <a:srgbClr val="12DDE8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7004304" y="4498848"/>
            <a:ext cx="493776" cy="-310896"/>
          </a:xfrm>
          <a:prstGeom prst="line">
            <a:avLst/>
          </a:prstGeom>
          <a:noFill/>
          <a:ln w="27940">
            <a:solidFill>
              <a:srgbClr val="8C7CFF"/>
            </a:solidFill>
            <a:prstDash val="solid"/>
            <a:headEnd type="none"/>
            <a:tailEnd type="none"/>
          </a:ln>
        </p:spPr>
      </p:sp>
      <p:sp>
        <p:nvSpPr>
          <p:cNvPr id="42" name="Shape 39"/>
          <p:cNvSpPr/>
          <p:nvPr/>
        </p:nvSpPr>
        <p:spPr>
          <a:xfrm>
            <a:off x="7498080" y="4187952"/>
            <a:ext cx="512064" cy="-484632"/>
          </a:xfrm>
          <a:prstGeom prst="line">
            <a:avLst/>
          </a:prstGeom>
          <a:noFill/>
          <a:ln w="27940">
            <a:solidFill>
              <a:srgbClr val="12DDE8"/>
            </a:solidFill>
            <a:prstDash val="solid"/>
            <a:headEnd type="none"/>
            <a:tailEnd type="none"/>
          </a:ln>
        </p:spPr>
      </p:sp>
      <p:sp>
        <p:nvSpPr>
          <p:cNvPr id="43" name="Shape 40"/>
          <p:cNvSpPr/>
          <p:nvPr/>
        </p:nvSpPr>
        <p:spPr>
          <a:xfrm>
            <a:off x="8010144" y="3703320"/>
            <a:ext cx="530352" cy="-365760"/>
          </a:xfrm>
          <a:prstGeom prst="line">
            <a:avLst/>
          </a:prstGeom>
          <a:noFill/>
          <a:ln w="27940">
            <a:solidFill>
              <a:srgbClr val="8C7CFF"/>
            </a:solidFill>
            <a:prstDash val="solid"/>
            <a:headEnd type="none"/>
            <a:tailEnd type="none"/>
          </a:ln>
        </p:spPr>
      </p:sp>
      <p:sp>
        <p:nvSpPr>
          <p:cNvPr id="44" name="Shape 41"/>
          <p:cNvSpPr/>
          <p:nvPr/>
        </p:nvSpPr>
        <p:spPr>
          <a:xfrm>
            <a:off x="8540496" y="3337560"/>
            <a:ext cx="530352" cy="-539496"/>
          </a:xfrm>
          <a:prstGeom prst="line">
            <a:avLst/>
          </a:prstGeom>
          <a:noFill/>
          <a:ln w="27940">
            <a:solidFill>
              <a:srgbClr val="12DDE8"/>
            </a:solidFill>
            <a:prstDash val="solid"/>
            <a:headEnd type="non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9070848" y="2798064"/>
            <a:ext cx="548640" cy="-457200"/>
          </a:xfrm>
          <a:prstGeom prst="line">
            <a:avLst/>
          </a:prstGeom>
          <a:noFill/>
          <a:ln w="27940">
            <a:solidFill>
              <a:srgbClr val="8C7CFF"/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9619488" y="2340864"/>
            <a:ext cx="603504" cy="-347472"/>
          </a:xfrm>
          <a:prstGeom prst="line">
            <a:avLst/>
          </a:prstGeom>
          <a:noFill/>
          <a:ln w="27940">
            <a:solidFill>
              <a:srgbClr val="12DDE8"/>
            </a:solidFill>
            <a:prstDash val="solid"/>
            <a:headEnd type="none"/>
            <a:tailEnd type="none"/>
          </a:ln>
        </p:spPr>
      </p:sp>
      <p:sp>
        <p:nvSpPr>
          <p:cNvPr id="47" name="Shape 44"/>
          <p:cNvSpPr/>
          <p:nvPr/>
        </p:nvSpPr>
        <p:spPr>
          <a:xfrm>
            <a:off x="6428232" y="4837176"/>
            <a:ext cx="91440" cy="91440"/>
          </a:xfrm>
          <a:prstGeom prst="ellipse">
            <a:avLst/>
          </a:prstGeom>
          <a:solidFill>
            <a:srgbClr val="12DDE8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52360" y="4142232"/>
            <a:ext cx="91440" cy="91440"/>
          </a:xfrm>
          <a:prstGeom prst="ellipse">
            <a:avLst/>
          </a:prstGeom>
          <a:solidFill>
            <a:srgbClr val="12DDE8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94776" y="3291840"/>
            <a:ext cx="91440" cy="91440"/>
          </a:xfrm>
          <a:prstGeom prst="ellipse">
            <a:avLst/>
          </a:prstGeom>
          <a:solidFill>
            <a:srgbClr val="12DDE8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573768" y="2295144"/>
            <a:ext cx="91440" cy="91440"/>
          </a:xfrm>
          <a:prstGeom prst="ellipse">
            <a:avLst/>
          </a:prstGeom>
          <a:solidFill>
            <a:srgbClr val="12DDE8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158984" y="1929384"/>
            <a:ext cx="128016" cy="128016"/>
          </a:xfrm>
          <a:prstGeom prst="ellipse">
            <a:avLst/>
          </a:prstGeom>
          <a:solidFill>
            <a:srgbClr val="25F5C9"/>
          </a:solidFill>
          <a:ln w="63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09360" y="54498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D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7333488" y="54498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D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8375904" y="54498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D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9454896" y="54498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D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0058400" y="5449824"/>
            <a:ext cx="566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CDE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生态化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6419088" y="57607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BBD6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文字、指标和趋势线均为 PPT 可编辑对象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6419088" y="5669280"/>
            <a:ext cx="475488" cy="0"/>
          </a:xfrm>
          <a:prstGeom prst="line">
            <a:avLst/>
          </a:prstGeom>
          <a:noFill/>
          <a:ln w="21590">
            <a:solidFill>
              <a:srgbClr val="12DDE8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59" name="Text 56"/>
          <p:cNvSpPr/>
          <p:nvPr/>
        </p:nvSpPr>
        <p:spPr>
          <a:xfrm>
            <a:off x="9966960" y="63550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2DD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未来科技 / 无容器框样板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融合式样板</dc:title>
  <dc:subject>Integrated PPT style sample</dc:subject>
  <dc:creator>Codex</dc:creator>
  <cp:lastModifiedBy>Codex</cp:lastModifiedBy>
  <cp:revision>1</cp:revision>
  <dcterms:created xsi:type="dcterms:W3CDTF">2026-05-07T04:58:01Z</dcterms:created>
  <dcterms:modified xsi:type="dcterms:W3CDTF">2026-05-07T04:58:01Z</dcterms:modified>
</cp:coreProperties>
</file>