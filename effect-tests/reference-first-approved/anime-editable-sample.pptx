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asset-skills/effect-tests/reference-first-approved/assets/anime-clean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875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pPr indent="0" marL="0">
              <a:buNone/>
            </a:pPr>
            <a:r>
              <a:rPr lang="en-US" sz="260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AI 应用趋势调研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32688" y="16276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C4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从智能助手到业务协同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32688" y="2267712"/>
            <a:ext cx="420624" cy="420624"/>
          </a:xfrm>
          <a:prstGeom prst="ellipse">
            <a:avLst/>
          </a:prstGeom>
          <a:solidFill>
            <a:srgbClr val="2F80ED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237744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学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591056" y="22677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学习成本降低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91056" y="25786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工具更易上手，知识获取与技能成长更高效。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932688" y="2944368"/>
            <a:ext cx="420624" cy="420624"/>
          </a:xfrm>
          <a:prstGeom prst="ellipse">
            <a:avLst/>
          </a:prstGeom>
          <a:solidFill>
            <a:srgbClr val="FF6F82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30540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91056" y="29443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内容生产提速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91056" y="32552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提升内容产出效率，释放更多创造力与价值。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932688" y="3621024"/>
            <a:ext cx="420624" cy="420624"/>
          </a:xfrm>
          <a:prstGeom prst="ellipse">
            <a:avLst/>
          </a:prstGeom>
          <a:solidFill>
            <a:srgbClr val="42C6A5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373075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协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91056" y="36210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团队流程重构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91056" y="3931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协同优化流程，驱动组织高效运转与创新。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417320" y="4453128"/>
            <a:ext cx="4572000" cy="0"/>
          </a:xfrm>
          <a:prstGeom prst="line">
            <a:avLst/>
          </a:prstGeom>
          <a:noFill/>
          <a:ln w="12700">
            <a:solidFill>
              <a:srgbClr val="B9D2F0">
                <a:alpha val="5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74520" y="4681728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73%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874520" y="5093208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企业试点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2330196" y="5349240"/>
            <a:ext cx="292608" cy="292608"/>
          </a:xfrm>
          <a:prstGeom prst="ellipse">
            <a:avLst/>
          </a:prstGeom>
          <a:solidFill>
            <a:srgbClr val="2F80ED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68752" y="4736592"/>
            <a:ext cx="0" cy="749808"/>
          </a:xfrm>
          <a:prstGeom prst="line">
            <a:avLst/>
          </a:prstGeom>
          <a:noFill/>
          <a:ln w="12700">
            <a:solidFill>
              <a:srgbClr val="B9D2F0">
                <a:alpha val="4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78480" y="4681728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3x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3078480" y="5093208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内容提效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3534156" y="5349240"/>
            <a:ext cx="292608" cy="292608"/>
          </a:xfrm>
          <a:prstGeom prst="ellipse">
            <a:avLst/>
          </a:prstGeom>
          <a:solidFill>
            <a:srgbClr val="FF6F82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72712" y="4736592"/>
            <a:ext cx="0" cy="749808"/>
          </a:xfrm>
          <a:prstGeom prst="line">
            <a:avLst/>
          </a:prstGeom>
          <a:noFill/>
          <a:ln w="12700">
            <a:solidFill>
              <a:srgbClr val="B9D2F0">
                <a:alpha val="4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82440" y="4681728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2B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4282440" y="5093208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落地窗口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4738116" y="5349240"/>
            <a:ext cx="292608" cy="292608"/>
          </a:xfrm>
          <a:prstGeom prst="ellipse">
            <a:avLst/>
          </a:prstGeom>
          <a:solidFill>
            <a:srgbClr val="42BFA3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1554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应用综合趋势指数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36208" y="1938528"/>
            <a:ext cx="292608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29400" y="5193792"/>
            <a:ext cx="3867912" cy="0"/>
          </a:xfrm>
          <a:prstGeom prst="line">
            <a:avLst/>
          </a:prstGeom>
          <a:noFill/>
          <a:ln w="12700">
            <a:solidFill>
              <a:srgbClr val="C7D5EA">
                <a:alpha val="9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0216" y="512978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870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629400" y="4535424"/>
            <a:ext cx="3867912" cy="0"/>
          </a:xfrm>
          <a:prstGeom prst="line">
            <a:avLst/>
          </a:prstGeom>
          <a:noFill/>
          <a:ln w="12700">
            <a:solidFill>
              <a:srgbClr val="C7D5EA">
                <a:alpha val="48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714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870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629400" y="3877056"/>
            <a:ext cx="3867912" cy="0"/>
          </a:xfrm>
          <a:prstGeom prst="line">
            <a:avLst/>
          </a:prstGeom>
          <a:noFill/>
          <a:ln w="12700">
            <a:solidFill>
              <a:srgbClr val="C7D5EA">
                <a:alpha val="48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0216" y="381304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870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629400" y="3218688"/>
            <a:ext cx="3867912" cy="0"/>
          </a:xfrm>
          <a:prstGeom prst="line">
            <a:avLst/>
          </a:prstGeom>
          <a:noFill/>
          <a:ln w="12700">
            <a:solidFill>
              <a:srgbClr val="C7D5E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00216" y="315468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870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629400" y="2560320"/>
            <a:ext cx="3867912" cy="0"/>
          </a:xfrm>
          <a:prstGeom prst="line">
            <a:avLst/>
          </a:prstGeom>
          <a:noFill/>
          <a:ln w="12700">
            <a:solidFill>
              <a:srgbClr val="C7D5EA">
                <a:alpha val="48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0216" y="24963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870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6935884" y="3751235"/>
            <a:ext cx="354010" cy="1442557"/>
          </a:xfrm>
          <a:prstGeom prst="rect">
            <a:avLst/>
          </a:prstGeom>
          <a:solidFill>
            <a:srgbClr val="FFC83D">
              <a:alpha val="92000"/>
            </a:srgbClr>
          </a:solidFill>
          <a:ln w="12700">
            <a:solidFill>
              <a:srgbClr val="FFC83D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26156" y="3513491"/>
            <a:ext cx="5734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656832" y="532180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探索期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902862" y="3403031"/>
            <a:ext cx="354010" cy="1790761"/>
          </a:xfrm>
          <a:prstGeom prst="rect">
            <a:avLst/>
          </a:prstGeom>
          <a:solidFill>
            <a:srgbClr val="FF7F95">
              <a:alpha val="92000"/>
            </a:srgbClr>
          </a:solidFill>
          <a:ln w="12700">
            <a:solidFill>
              <a:srgbClr val="FF7F95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93134" y="3165287"/>
            <a:ext cx="5734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623810" y="532180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成长期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8869840" y="3054828"/>
            <a:ext cx="354010" cy="2138964"/>
          </a:xfrm>
          <a:prstGeom prst="rect">
            <a:avLst/>
          </a:prstGeom>
          <a:solidFill>
            <a:srgbClr val="72D9AA">
              <a:alpha val="92000"/>
            </a:srgbClr>
          </a:solidFill>
          <a:ln w="12700">
            <a:solidFill>
              <a:srgbClr val="72D9AA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760112" y="2817084"/>
            <a:ext cx="5734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590788" y="532180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加速期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9836818" y="2806111"/>
            <a:ext cx="354010" cy="2387681"/>
          </a:xfrm>
          <a:prstGeom prst="rect">
            <a:avLst/>
          </a:prstGeom>
          <a:solidFill>
            <a:srgbClr val="5B8FF9">
              <a:alpha val="92000"/>
            </a:srgbClr>
          </a:solidFill>
          <a:ln w="12700">
            <a:solidFill>
              <a:srgbClr val="5B8FF9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727090" y="2568367"/>
            <a:ext cx="5734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557766" y="532180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规模化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7112889" y="3897539"/>
            <a:ext cx="966978" cy="-348204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079867" y="3549335"/>
            <a:ext cx="966978" cy="-348204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046845" y="3201132"/>
            <a:ext cx="966978" cy="-248717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058025" y="384267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025003" y="3494471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991981" y="314626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958959" y="2897551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114032" y="5724144"/>
            <a:ext cx="3547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8AA0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示例数据，仅用于视觉样张</a:t>
            </a:r>
            <a:endParaRPr lang="en-US" sz="580" dirty="0"/>
          </a:p>
        </p:txBody>
      </p:sp>
      <p:sp>
        <p:nvSpPr>
          <p:cNvPr id="61" name="Text 58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26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</dc:title>
  <dc:subject>从智能助手到业务协同</dc:subject>
  <dc:creator>Codex</dc:creator>
  <cp:lastModifiedBy>Codex</cp:lastModifiedBy>
  <cp:revision>1</cp:revision>
  <dcterms:created xsi:type="dcterms:W3CDTF">2026-05-07T07:36:46Z</dcterms:created>
  <dcterms:modified xsi:type="dcterms:W3CDTF">2026-05-07T07:36:46Z</dcterms:modified>
</cp:coreProperties>
</file>